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/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10408</Words>
  <Application>WPS 演示</Application>
  <PresentationFormat>On-screen Show (16:9)</PresentationFormat>
  <Paragraphs>1058</Paragraphs>
  <Slides>44</Slides>
  <Notes>44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6" baseType="lpstr">
      <vt:lpstr>Arial</vt:lpstr>
      <vt:lpstr>SimSun</vt:lpstr>
      <vt:lpstr>Wingdings</vt:lpstr>
      <vt:lpstr>Arial</vt:lpstr>
      <vt:lpstr>Arial</vt:lpstr>
      <vt:lpstr>Microsoft YaHei</vt:lpstr>
      <vt:lpstr>Arial Unicode MS</vt:lpstr>
      <vt:lpstr>DengXian</vt:lpstr>
      <vt:lpstr>Courier New</vt:lpstr>
      <vt:lpstr>Courier New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S/T VDMOS TID project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S/T 组 VDMOS 总电离剂量实验与 T 器件 TCAD 验证</dc:title>
  <dc:creator>Codex</dc:creator>
  <dc:subject>0–60 krad(Si) experiment and T-only Sentaurus validation</dc:subject>
  <cp:lastModifiedBy>孙梓越</cp:lastModifiedBy>
  <cp:revision>12</cp:revision>
  <dcterms:created xsi:type="dcterms:W3CDTF">2026-07-22T11:09:00Z</dcterms:created>
  <dcterms:modified xsi:type="dcterms:W3CDTF">2026-07-23T09:18:01Z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8C530291EDBA4D628B72A9E70E1749A9_12</vt:lpwstr>
  </property>
  <property fmtid="{D5CDD505-2E9C-101B-9397-08002B2CF9AE}" pid="3" name="KSOProductBuildVer">
    <vt:lpwstr>2052-12.1.0.23542</vt:lpwstr>
  </property>
</Properties>
</file>